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/>
            </a:pPr>
            <a:r>
              <a:t>Flutter Clean Architecture &amp; Dependency Injection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Demo REST API • Repository Pattern • UseCase • GetIt + BLoC</a:t>
            </a:r>
          </a:p>
          <a:p>
            <a:r>
              <a:t>Nhóm: [Điền tên]  |  Lớp: [Điền lớp]  |  GVHD: [Điền tên]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1. Mục tiêu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Xây dựng ứng dụng Flutter lấy danh sách bài viết từ REST API.</a:t>
            </a:r>
          </a:p>
          <a:p>
            <a:pPr>
              <a:spcAft>
                <a:spcPts val="1200"/>
              </a:spcAft>
              <a:defRPr sz="2000"/>
            </a:pPr>
            <a:r>
              <a:t>Tách biệt Presentation, Domain và Data.</a:t>
            </a:r>
          </a:p>
          <a:p>
            <a:pPr>
              <a:spcAft>
                <a:spcPts val="1200"/>
              </a:spcAft>
              <a:defRPr sz="2000"/>
            </a:pPr>
            <a:r>
              <a:t>Áp dụng Dependency Inversion, Repository Pattern và UseCase.</a:t>
            </a:r>
          </a:p>
          <a:p>
            <a:pPr>
              <a:spcAft>
                <a:spcPts val="1200"/>
              </a:spcAft>
              <a:defRPr sz="2000"/>
            </a:pPr>
            <a:r>
              <a:t>Dùng GetIt để đăng ký dependency và BLoC để quản lý trạng thái.</a:t>
            </a:r>
          </a:p>
          <a:p>
            <a:pPr>
              <a:spcAft>
                <a:spcPts val="1200"/>
              </a:spcAft>
              <a:defRPr sz="2000"/>
            </a:pPr>
            <a:r>
              <a:t>Kiểm thử Domain bằng repository mock, không gọi mạng thật.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2. 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Flutter / Dart: nền tảng ứng dụng đa nền tảng.</a:t>
            </a:r>
          </a:p>
          <a:p>
            <a:pPr>
              <a:spcAft>
                <a:spcPts val="1200"/>
              </a:spcAft>
              <a:defRPr sz="2000"/>
            </a:pPr>
            <a:r>
              <a:t>http: gửi HTTP GET tới JSONPlaceholder.</a:t>
            </a:r>
          </a:p>
          <a:p>
            <a:pPr>
              <a:spcAft>
                <a:spcPts val="1200"/>
              </a:spcAft>
              <a:defRPr sz="2000"/>
            </a:pPr>
            <a:r>
              <a:t>get_it: composition root và dependency resolution.</a:t>
            </a:r>
          </a:p>
          <a:p>
            <a:pPr>
              <a:spcAft>
                <a:spcPts val="1200"/>
              </a:spcAft>
              <a:defRPr sz="2000"/>
            </a:pPr>
            <a:r>
              <a:t>flutter_bloc + equatable: quản lý trạng thái UI.</a:t>
            </a:r>
          </a:p>
          <a:p>
            <a:pPr>
              <a:spcAft>
                <a:spcPts val="1200"/>
              </a:spcAft>
              <a:defRPr sz="2000"/>
            </a:pPr>
            <a:r>
              <a:t>flutter_test + mocktail: unit test và mock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3. Kiến trúc 3 tầng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Presentation: PostsPage, PostsBloc — hiển thị và điều phối trạng thái.</a:t>
            </a:r>
          </a:p>
          <a:p>
            <a:pPr>
              <a:spcAft>
                <a:spcPts val="1200"/>
              </a:spcAft>
              <a:defRPr sz="2000"/>
            </a:pPr>
            <a:r>
              <a:t>Domain: Post, PostsRepository (abstract), GetPosts — nghiệp vụ độc lập.</a:t>
            </a:r>
          </a:p>
          <a:p>
            <a:pPr>
              <a:spcAft>
                <a:spcPts val="1200"/>
              </a:spcAft>
              <a:defRPr sz="2000"/>
            </a:pPr>
            <a:r>
              <a:t>Data: PostModel, PostsRemoteDataSource, PostsRepositoryImpl.</a:t>
            </a:r>
          </a:p>
          <a:p>
            <a:pPr>
              <a:spcAft>
                <a:spcPts val="1200"/>
              </a:spcAft>
              <a:defRPr sz="2000"/>
            </a:pPr>
            <a:r>
              <a:t>Data triển khai abstraction của Domain; UI không import Data Source.</a:t>
            </a:r>
          </a:p>
          <a:p>
            <a:pPr>
              <a:spcAft>
                <a:spcPts val="1200"/>
              </a:spcAft>
              <a:defRPr sz="2000"/>
            </a:pPr>
            <a:r>
              <a:t>Luồng dữ liệu: UI → BLoC → UseCase → Repository → REST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4. DIP &amp; Repository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UseCase phụ thuộc vào interface PostsRepository, không phụ thuộc class cụ thể.</a:t>
            </a:r>
          </a:p>
          <a:p>
            <a:pPr>
              <a:spcAft>
                <a:spcPts val="1200"/>
              </a:spcAft>
              <a:defRPr sz="2000"/>
            </a:pPr>
            <a:r>
              <a:t>Repository che giấu chi tiết HTTP, JSON và nguồn dữ liệu.</a:t>
            </a:r>
          </a:p>
          <a:p>
            <a:pPr>
              <a:spcAft>
                <a:spcPts val="1200"/>
              </a:spcAft>
              <a:defRPr sz="2000"/>
            </a:pPr>
            <a:r>
              <a:t>Có thể thay REST API bằng cache/local database mà không sửa Domain.</a:t>
            </a:r>
          </a:p>
          <a:p>
            <a:pPr>
              <a:spcAft>
                <a:spcPts val="1200"/>
              </a:spcAft>
              <a:defRPr sz="2000"/>
            </a:pPr>
            <a:r>
              <a:t>Presentation không biết cách gọi API trực tiếp.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5. Dependency Injection &amp; khởi tạo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WidgetsFlutterBinding.ensureInitialized() trước khi setup ứng dụng.</a:t>
            </a:r>
          </a:p>
          <a:p>
            <a:pPr>
              <a:spcAft>
                <a:spcPts val="1200"/>
              </a:spcAft>
              <a:defRPr sz="2000"/>
            </a:pPr>
            <a:r>
              <a:t>configureDependencies() đăng ký HTTP client, data source, repository, use case và BLoC.</a:t>
            </a:r>
          </a:p>
          <a:p>
            <a:pPr>
              <a:spcAft>
                <a:spcPts val="1200"/>
              </a:spcAft>
              <a:defRPr sz="2000"/>
            </a:pPr>
            <a:r>
              <a:t>runApp() khởi chạy widget tree sau khi dependency sẵn sàng.</a:t>
            </a:r>
          </a:p>
          <a:p>
            <a:pPr>
              <a:spcAft>
                <a:spcPts val="1200"/>
              </a:spcAft>
              <a:defRPr sz="2000"/>
            </a:pPr>
            <a:r>
              <a:t>BlocProvider tạo BLoC và quản lý vòng đời của BLoC.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6. Giao diện và luồng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Mở màn hình: BLoC phát trạng thái Loading.</a:t>
            </a:r>
          </a:p>
          <a:p>
            <a:pPr>
              <a:spcAft>
                <a:spcPts val="1200"/>
              </a:spcAft>
              <a:defRPr sz="2000"/>
            </a:pPr>
            <a:r>
              <a:t>UseCase yêu cầu repository lấy bài viết.</a:t>
            </a:r>
          </a:p>
          <a:p>
            <a:pPr>
              <a:spcAft>
                <a:spcPts val="1200"/>
              </a:spcAft>
              <a:defRPr sz="2000"/>
            </a:pPr>
            <a:r>
              <a:t>Data Source gọi GET /posts và chuyển JSON thành PostModel.</a:t>
            </a:r>
          </a:p>
          <a:p>
            <a:pPr>
              <a:spcAft>
                <a:spcPts val="1200"/>
              </a:spcAft>
              <a:defRPr sz="2000"/>
            </a:pPr>
            <a:r>
              <a:t>Thành công: hiển thị danh sách; thất bại: hiển thị thông báo và nút Thử lại.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7. Unit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Mock PostsRepository — chỉ mock abstraction thuộc Domain.</a:t>
            </a:r>
          </a:p>
          <a:p>
            <a:pPr>
              <a:spcAft>
                <a:spcPts val="1200"/>
              </a:spcAft>
              <a:defRPr sz="2000"/>
            </a:pPr>
            <a:r>
              <a:t>Test thành công: UseCase trả về danh sách do repository cung cấp.</a:t>
            </a:r>
          </a:p>
          <a:p>
            <a:pPr>
              <a:spcAft>
                <a:spcPts val="1200"/>
              </a:spcAft>
              <a:defRPr sz="2000"/>
            </a:pPr>
            <a:r>
              <a:t>Test lỗi: UseCase truyền lỗi từ repository lên caller.</a:t>
            </a:r>
          </a:p>
          <a:p>
            <a:pPr>
              <a:spcAft>
                <a:spcPts val="1200"/>
              </a:spcAft>
              <a:defRPr sz="2000"/>
            </a:pPr>
            <a:r>
              <a:t>Test PostModel: xác minh parse JSON.</a:t>
            </a:r>
          </a:p>
          <a:p>
            <a:pPr>
              <a:spcAft>
                <a:spcPts val="1200"/>
              </a:spcAft>
              <a:defRPr sz="2000"/>
            </a:pPr>
            <a:r>
              <a:t>Các unit test không phụ thuộc mạng hoặc API đang hoạt động.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8. WBS và kế hoạch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Khảo sát &amp; thiết kế kiến trúc.</a:t>
            </a:r>
          </a:p>
          <a:p>
            <a:pPr>
              <a:spcAft>
                <a:spcPts val="1200"/>
              </a:spcAft>
              <a:defRPr sz="2000"/>
            </a:pPr>
            <a:r>
              <a:t>Xây Domain, Data và cấu hình DI.</a:t>
            </a:r>
          </a:p>
          <a:p>
            <a:pPr>
              <a:spcAft>
                <a:spcPts val="1200"/>
              </a:spcAft>
              <a:defRPr sz="2000"/>
            </a:pPr>
            <a:r>
              <a:t>Xây Presentation và trạng thái loading/error/success.</a:t>
            </a:r>
          </a:p>
          <a:p>
            <a:pPr>
              <a:spcAft>
                <a:spcPts val="1200"/>
              </a:spcAft>
              <a:defRPr sz="2000"/>
            </a:pPr>
            <a:r>
              <a:t>Viết unit test, chạy flutter analyze và flutter test.</a:t>
            </a:r>
          </a:p>
          <a:p>
            <a:pPr>
              <a:spcAft>
                <a:spcPts val="1200"/>
              </a:spcAft>
              <a:defRPr sz="2000"/>
            </a:pPr>
            <a:r>
              <a:t>Hoàn thiện README, slide, demo và nghiệm thu.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9. Kết luận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Demo minh họa ranh giới phụ thuộc và khả năng kiểm thử của Domain.</a:t>
            </a:r>
          </a:p>
          <a:p>
            <a:pPr>
              <a:spcAft>
                <a:spcPts val="1200"/>
              </a:spcAft>
              <a:defRPr sz="2000"/>
            </a:pPr>
            <a:r>
              <a:t>Có thể mở rộng với phân trang, cache, tìm kiếm và xử lý lỗi có kiểu.</a:t>
            </a:r>
          </a:p>
          <a:p>
            <a:pPr>
              <a:spcAft>
                <a:spcPts val="1200"/>
              </a:spcAft>
              <a:defRPr sz="2000"/>
            </a:pPr>
            <a:r>
              <a:t>Có thể bổ sung integration/widget test và CI.</a:t>
            </a:r>
          </a:p>
          <a:p>
            <a:pPr>
              <a:spcAft>
                <a:spcPts val="1200"/>
              </a:spcAft>
              <a:defRPr sz="2000"/>
            </a:pPr>
            <a:r>
              <a:t>API JSONPlaceholder là dữ liệu giả lập phục vụ học tập.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