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8" d="100"/>
          <a:sy n="78" d="100"/>
        </p:scale>
        <p:origin x="8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7DED-0943-2F4E-2671-2DB130362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16A2D-1B0A-CE37-3608-35CF9ED3D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1A168-A285-F311-DBD4-D212B001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3A97E-4798-305A-067E-9F6E54DD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88654-852F-6A51-FBFE-5531B106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5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02D7-1ABB-43F4-7E9B-153A7548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04040-B668-7366-8C3D-3007DC2AA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5977E-F0F4-86F8-0B7F-C30A1A8F0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91EE6-9841-9DC7-039C-5B84BBC2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3540C-BB99-1C27-4443-5F36BDE0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7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D60E-8FD2-E923-9695-61D67E76F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F5F6D-350B-8206-B6C4-1B488FD6C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A1DA4-ECD9-1E67-4591-6E183472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4F473-228C-2DD1-1C69-092F21AC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7CE7C-3F6A-2F9C-885B-E6B964952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18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B619-62D8-602E-A370-E4F43394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FD9A-8612-1037-ABE3-1FD22674E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0D6EA-B271-B3B4-EC8C-188D2896A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B33EB-DA20-2D30-5F89-621889DE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0D028-07B1-DF58-22FA-224C3C18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1817D-3F84-BB14-8316-9AC7F720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7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B631-572B-CCCE-016F-167F0F23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9AE52-D13D-5BF7-97B4-5F8AFFDE2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FD8E6-9165-16E3-BDFC-4134D97C0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D8AFD-B401-9365-F94F-E63963D1A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9E8418-F2EC-3EFC-68AD-9496BB132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939ED8-DCA9-4019-C3FA-9CD415CA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7D58CA-9565-5936-8752-57658AAC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C4A19-E41C-7596-22B7-6FB55D27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FD7A-784F-60A1-4509-F6BACE8B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A1ED5-8D43-E627-EC34-094ECA10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F0ECB-BEF1-66AD-D346-EEA53DFD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8420F-226D-F5A9-9BE3-87FDDBEE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63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F031C0-5349-5F05-638E-28ED50B8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0BC3E-8E1E-7DDD-85D6-3A0479562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43A2-2E5A-5DBF-A74D-EECBBE52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1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C975-06AA-A29E-2654-EFBF9E0B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CC749-0F0C-CBB8-94FA-400E5BF48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E208B-84E1-0BBE-991B-37E3CB34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F5DA9-DD61-F5AB-FB9D-E2AD708A4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9E9A9-2C4A-7084-FFCC-BC4E6FD1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351B1-C645-BC7E-BE66-8AA08401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9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1AE7-6C0C-B427-3400-033C3DABA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E86E8-A1F1-33C3-CA13-CAAD0AAFE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642E1-3BD1-A67B-422B-063C1E1D4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52560-3193-6F5E-465D-CDA69316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1C943-7483-8BD7-A157-48273A4E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6A95E-A947-F33F-3263-38D1C43D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8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FCEF-7184-0ECD-1682-3086DFD5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FB38B-2414-5494-747A-AF056FA10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58218-E951-50EC-94FB-CFA12310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C85CF-74ED-81A1-8CF1-001D7733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9F248-CFDF-2FA7-B618-3FE2C9EC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4AD946-F509-E4F1-9F4D-DCEEC9CA7C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7480E-5E55-E4C0-D3D7-DAFDBF41D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E4C7D-8058-7795-C6EF-046F187A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29146-34B4-AB84-A61A-88864E7C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ED08B-9865-A8F8-9CF5-F230CCBA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3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3D113-D187-B07B-4C30-EE7AD219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3100F-CF65-F5AB-73D3-016D0239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8DA1F-2F54-66D8-6F34-C3A346CE3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BA540-BA88-46CF-AF59-1B801C036B8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5630D-0539-7CF9-1EBB-6DDA666F5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3A8AA-1B9C-6811-09C1-7DA01E724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4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A9112-BE2C-E557-2EAD-5DFB8E4B2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2703" y="2463282"/>
            <a:ext cx="9144000" cy="1082352"/>
          </a:xfrm>
        </p:spPr>
        <p:txBody>
          <a:bodyPr/>
          <a:lstStyle/>
          <a:p>
            <a:r>
              <a:rPr lang="en-US" dirty="0"/>
              <a:t>&lt;&lt;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&gt;&gt;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6323E-9F1D-1C09-1C62-4C0F2F32C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1714" y="4142790"/>
            <a:ext cx="5116286" cy="1338943"/>
          </a:xfrm>
        </p:spPr>
        <p:txBody>
          <a:bodyPr/>
          <a:lstStyle/>
          <a:p>
            <a:pPr algn="just"/>
            <a:r>
              <a:rPr lang="en-US" dirty="0"/>
              <a:t>SVTH: 	1. Nguyễn Văn A</a:t>
            </a:r>
          </a:p>
          <a:p>
            <a:pPr algn="just"/>
            <a:r>
              <a:rPr lang="en-US" dirty="0"/>
              <a:t>	2. Trần Thị B</a:t>
            </a:r>
          </a:p>
          <a:p>
            <a:pPr algn="just"/>
            <a:r>
              <a:rPr lang="en-US" dirty="0"/>
              <a:t>	3. Lê Văn C.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7BC51A4-5B59-8A33-71E9-028C13C8ACA9}"/>
              </a:ext>
            </a:extLst>
          </p:cNvPr>
          <p:cNvSpPr txBox="1">
            <a:spLocks/>
          </p:cNvSpPr>
          <p:nvPr/>
        </p:nvSpPr>
        <p:spPr>
          <a:xfrm>
            <a:off x="1524000" y="1376267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Tuần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DE3DDE-A8CA-A162-D7B9-7CF8B2DD13B5}"/>
              </a:ext>
            </a:extLst>
          </p:cNvPr>
          <p:cNvSpPr txBox="1">
            <a:spLocks/>
          </p:cNvSpPr>
          <p:nvPr/>
        </p:nvSpPr>
        <p:spPr>
          <a:xfrm>
            <a:off x="2111828" y="1959427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/>
              <a:t>Môn</a:t>
            </a:r>
            <a:r>
              <a:rPr lang="en-US" dirty="0"/>
              <a:t>: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B66A4CF-53EE-DE34-3FAB-9024EB0BF4C4}"/>
              </a:ext>
            </a:extLst>
          </p:cNvPr>
          <p:cNvSpPr txBox="1">
            <a:spLocks/>
          </p:cNvSpPr>
          <p:nvPr/>
        </p:nvSpPr>
        <p:spPr>
          <a:xfrm>
            <a:off x="3825550" y="419880"/>
            <a:ext cx="5116286" cy="7184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TRƯỜNG ĐẠI HỌC BÁCH KHOA</a:t>
            </a:r>
          </a:p>
          <a:p>
            <a:r>
              <a:rPr lang="en-US" sz="2000" b="1" dirty="0"/>
              <a:t>KHOA ĐIỆN TỬ VÀ TRÍ TUỆ NHÂN TẠO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F936180-4B93-7126-3B30-A55A320EE230}"/>
              </a:ext>
            </a:extLst>
          </p:cNvPr>
          <p:cNvSpPr txBox="1">
            <a:spLocks/>
          </p:cNvSpPr>
          <p:nvPr/>
        </p:nvSpPr>
        <p:spPr>
          <a:xfrm>
            <a:off x="3862871" y="6078889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Đà</a:t>
            </a:r>
            <a:r>
              <a:rPr lang="en-US" dirty="0"/>
              <a:t> </a:t>
            </a:r>
            <a:r>
              <a:rPr lang="en-US" dirty="0" err="1"/>
              <a:t>Nẵng</a:t>
            </a:r>
            <a:r>
              <a:rPr lang="en-US" dirty="0"/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280825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CE17-3B25-2D54-F590-E273BDAB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D456-8E08-CBE9-82AD-26602FC13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6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935-A182-3238-61CF-7B34B597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DCB72E-0085-C31A-2D8A-D4096AF718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660611"/>
              </p:ext>
            </p:extLst>
          </p:nvPr>
        </p:nvGraphicFramePr>
        <p:xfrm>
          <a:off x="838200" y="3253208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004">
                  <a:extLst>
                    <a:ext uri="{9D8B030D-6E8A-4147-A177-3AD203B41FA5}">
                      <a16:colId xmlns:a16="http://schemas.microsoft.com/office/drawing/2014/main" val="2572418428"/>
                    </a:ext>
                  </a:extLst>
                </a:gridCol>
                <a:gridCol w="2239347">
                  <a:extLst>
                    <a:ext uri="{9D8B030D-6E8A-4147-A177-3AD203B41FA5}">
                      <a16:colId xmlns:a16="http://schemas.microsoft.com/office/drawing/2014/main" val="3198274142"/>
                    </a:ext>
                  </a:extLst>
                </a:gridCol>
                <a:gridCol w="4899349">
                  <a:extLst>
                    <a:ext uri="{9D8B030D-6E8A-4147-A177-3AD203B41FA5}">
                      <a16:colId xmlns:a16="http://schemas.microsoft.com/office/drawing/2014/main" val="8548336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71988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HỌ VÀ TÊN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NỘI 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TỶ LỆ ĐÓNG GÓP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666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Nguyễn Văn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25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817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019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9BBC-3E10-D0D5-139D-7420ACE0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 1 xxx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07791-8943-D3F4-B75F-D1180A76B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25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ACE4-D3BC-D14F-6F10-4B5559D0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5EC67-D094-49BF-AA1D-C1437B7DA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712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6619A3B1639D42874994F77AC02483" ma:contentTypeVersion="3" ma:contentTypeDescription="Create a new document." ma:contentTypeScope="" ma:versionID="6b18b97d0b98c2adce2042d1e2a65f22">
  <xsd:schema xmlns:xsd="http://www.w3.org/2001/XMLSchema" xmlns:xs="http://www.w3.org/2001/XMLSchema" xmlns:p="http://schemas.microsoft.com/office/2006/metadata/properties" xmlns:ns2="5f53e27d-cf80-4459-b77c-5da6482d08cf" targetNamespace="http://schemas.microsoft.com/office/2006/metadata/properties" ma:root="true" ma:fieldsID="1c98cf1e04493246c2b7533a6df78558" ns2:_="">
    <xsd:import namespace="5f53e27d-cf80-4459-b77c-5da6482d08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53e27d-cf80-4459-b77c-5da6482d08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B9F2D99-4C43-47E9-835C-04D374F58974}"/>
</file>

<file path=customXml/itemProps2.xml><?xml version="1.0" encoding="utf-8"?>
<ds:datastoreItem xmlns:ds="http://schemas.openxmlformats.org/officeDocument/2006/customXml" ds:itemID="{2A720BA3-AE46-43E0-AB61-BA51741E693B}"/>
</file>

<file path=customXml/itemProps3.xml><?xml version="1.0" encoding="utf-8"?>
<ds:datastoreItem xmlns:ds="http://schemas.openxmlformats.org/officeDocument/2006/customXml" ds:itemID="{E37686D3-F703-46FD-8AC3-D5B24B7B1AB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&lt;&lt;Tên chủ đề&gt;&gt;</vt:lpstr>
      <vt:lpstr>Nội dung</vt:lpstr>
      <vt:lpstr>Phân công công việc</vt:lpstr>
      <vt:lpstr>Nội dung 1 xxx</vt:lpstr>
      <vt:lpstr>Tài liệu tham khảo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&lt;&lt;Tên chủ đề&gt;&gt;</dc:title>
  <dc:creator>ndnvien@dut.udn.vn</dc:creator>
  <cp:lastModifiedBy>Nguyễn Duy Nhật Viễn</cp:lastModifiedBy>
  <cp:revision>2</cp:revision>
  <dcterms:created xsi:type="dcterms:W3CDTF">2023-10-18T00:10:58Z</dcterms:created>
  <dcterms:modified xsi:type="dcterms:W3CDTF">2026-10-13T06:44:04Z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0x010100DA6619A3B1639D42874994F77AC02483</vt:lpwstr>
  </property>
</Properties>
</file>